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cbb865fca4e4d" /><Relationship Type="http://schemas.openxmlformats.org/officeDocument/2006/relationships/extended-properties" Target="/docProps/app.xml" Id="Re47d73e4b9d14bf7" /><Relationship Type="http://schemas.openxmlformats.org/officeDocument/2006/relationships/officeDocument" Target="/ppt/presentation.xml" Id="R7ecbf394de2b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2362a35554074"/>
  </p:sldMasterIdLst>
  <p:notesMasterIdLst>
    <p:notesMasterId xmlns:r="http://schemas.openxmlformats.org/officeDocument/2006/relationships" r:id="R104a96566f6641c2"/>
  </p:notesMasterIdLst>
  <p:sldIdLst>
    <p:sldId xmlns:r="http://schemas.openxmlformats.org/officeDocument/2006/relationships" id="256" r:id="Reb4b5ac765fe49f4"/>
    <p:sldId xmlns:r="http://schemas.openxmlformats.org/officeDocument/2006/relationships" id="257" r:id="R276fb06c94884cad"/>
    <p:sldId xmlns:r="http://schemas.openxmlformats.org/officeDocument/2006/relationships" id="258" r:id="R73d9c862aaed4b81"/>
    <p:sldId xmlns:r="http://schemas.openxmlformats.org/officeDocument/2006/relationships" id="259" r:id="Re719376907544759"/>
    <p:sldId xmlns:r="http://schemas.openxmlformats.org/officeDocument/2006/relationships" id="260" r:id="R57bd5ccd9585492f"/>
    <p:sldId xmlns:r="http://schemas.openxmlformats.org/officeDocument/2006/relationships" id="261" r:id="Rafab4979d3264738"/>
    <p:sldId xmlns:r="http://schemas.openxmlformats.org/officeDocument/2006/relationships" id="262" r:id="R39ec9b787de541a0"/>
    <p:sldId xmlns:r="http://schemas.openxmlformats.org/officeDocument/2006/relationships" id="263" r:id="R0b905c1d0d624416"/>
    <p:sldId xmlns:r="http://schemas.openxmlformats.org/officeDocument/2006/relationships" id="264" r:id="Ra9b85841b7f24822"/>
    <p:sldId xmlns:r="http://schemas.openxmlformats.org/officeDocument/2006/relationships" id="265" r:id="R8cf01861b6fe46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41e6eb23d0408a" /><Relationship Type="http://schemas.openxmlformats.org/officeDocument/2006/relationships/slideMaster" Target="/ppt/slideMasters/slideMaster1.xml" Id="Rc752362a35554074" /><Relationship Type="http://schemas.openxmlformats.org/officeDocument/2006/relationships/notesMaster" Target="/ppt/notesMasters/notesMaster1.xml" Id="R104a96566f6641c2" /><Relationship Type="http://schemas.openxmlformats.org/officeDocument/2006/relationships/presProps" Target="/ppt/presProps.xml" Id="R1f3abd3ae646437c" /><Relationship Type="http://schemas.openxmlformats.org/officeDocument/2006/relationships/tableStyles" Target="/ppt/tableStyles.xml" Id="R0a6795465c354281" /><Relationship Type="http://schemas.openxmlformats.org/officeDocument/2006/relationships/slide" Target="/ppt/slides/slide1.xml" Id="Reb4b5ac765fe49f4" /><Relationship Type="http://schemas.openxmlformats.org/officeDocument/2006/relationships/slide" Target="/ppt/slides/slide2.xml" Id="R276fb06c94884cad" /><Relationship Type="http://schemas.openxmlformats.org/officeDocument/2006/relationships/slide" Target="/ppt/slides/slide3.xml" Id="R73d9c862aaed4b81" /><Relationship Type="http://schemas.openxmlformats.org/officeDocument/2006/relationships/slide" Target="/ppt/slides/slide4.xml" Id="Re719376907544759" /><Relationship Type="http://schemas.openxmlformats.org/officeDocument/2006/relationships/slide" Target="/ppt/slides/slide5.xml" Id="R57bd5ccd9585492f" /><Relationship Type="http://schemas.openxmlformats.org/officeDocument/2006/relationships/slide" Target="/ppt/slides/slide6.xml" Id="Rafab4979d3264738" /><Relationship Type="http://schemas.openxmlformats.org/officeDocument/2006/relationships/slide" Target="/ppt/slides/slide7.xml" Id="R39ec9b787de541a0" /><Relationship Type="http://schemas.openxmlformats.org/officeDocument/2006/relationships/slide" Target="/ppt/slides/slide8.xml" Id="R0b905c1d0d624416" /><Relationship Type="http://schemas.openxmlformats.org/officeDocument/2006/relationships/slide" Target="/ppt/slides/slide9.xml" Id="Ra9b85841b7f24822" /><Relationship Type="http://schemas.openxmlformats.org/officeDocument/2006/relationships/slide" Target="/ppt/slides/slide10.xml" Id="R8cf01861b6fe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7ded688c3d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3fe11f1f2e4d6a" /><Relationship Type="http://schemas.openxmlformats.org/officeDocument/2006/relationships/notesMaster" Target="/ppt/notesMasters/notesMaster1.xml" Id="Ra9edfaeaa48c4d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eb2c111f684cb7" /><Relationship Type="http://schemas.openxmlformats.org/officeDocument/2006/relationships/notesMaster" Target="/ppt/notesMasters/notesMaster1.xml" Id="Rcb3d467f2c7544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81a8d98bae4e49" /><Relationship Type="http://schemas.openxmlformats.org/officeDocument/2006/relationships/notesMaster" Target="/ppt/notesMasters/notesMaster1.xml" Id="R37e4d873865b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f570199a34bac" /><Relationship Type="http://schemas.openxmlformats.org/officeDocument/2006/relationships/notesMaster" Target="/ppt/notesMasters/notesMaster1.xml" Id="R92ecbcb65972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c331f5dd7e40f7" /><Relationship Type="http://schemas.openxmlformats.org/officeDocument/2006/relationships/notesMaster" Target="/ppt/notesMasters/notesMaster1.xml" Id="Rf2b908226e5248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7646d68dc54416" /><Relationship Type="http://schemas.openxmlformats.org/officeDocument/2006/relationships/notesMaster" Target="/ppt/notesMasters/notesMaster1.xml" Id="Rb3a49fd292be4c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84849f4d404be3" /><Relationship Type="http://schemas.openxmlformats.org/officeDocument/2006/relationships/notesMaster" Target="/ppt/notesMasters/notesMaster1.xml" Id="R13f518707e4941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f9c777046428c" /><Relationship Type="http://schemas.openxmlformats.org/officeDocument/2006/relationships/notesMaster" Target="/ppt/notesMasters/notesMaster1.xml" Id="R84d9281e9da241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d62f28dda4d5d" /><Relationship Type="http://schemas.openxmlformats.org/officeDocument/2006/relationships/notesMaster" Target="/ppt/notesMasters/notesMaster1.xml" Id="R6fdab845129a4a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dc42e0b47b4c62" /><Relationship Type="http://schemas.openxmlformats.org/officeDocument/2006/relationships/notesMaster" Target="/ppt/notesMasters/notesMaster1.xml" Id="R867933108b4449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  <a:p xmlns:a="http://schemas.openxmlformats.org/drawingml/2006/main">
            <a:r>
              <a:t>- https://cli.github.com/manual/gh_auth_login</a:t>
            </a:r>
          </a:p>
          <a:p xmlns:a="http://schemas.openxmlformats.org/drawingml/2006/main">
            <a:r>
              <a:t>- https://cli.github.com</a:t>
            </a:r>
          </a:p>
          <a:p xmlns:a="http://schemas.openxmlformats.org/drawingml/2006/main">
            <a:r>
              <a:t>- https://git-scm.com/book/en/v2/Getting-Started-Installing-Git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  <a:p xmlns:a="http://schemas.openxmlformats.org/drawingml/2006/main">
            <a:r>
              <a:t>- https://docs.github.com/en/get-started/using-github/github-flow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C:/Users/Admin/Documents/git-study/바이브-코더를-위한-GitHub-안내서_2026-08-13.md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5b6aeac2e45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35d2a03724ce4" /><Relationship Type="http://schemas.openxmlformats.org/officeDocument/2006/relationships/slideLayout" Target="/ppt/slideLayouts/slideLayout1.xml" Id="Rf14fb30de27d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fb30de27d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09c7fd53249f9" /><Relationship Type="http://schemas.openxmlformats.org/officeDocument/2006/relationships/notesSlide" Target="/ppt/notesSlides/notesSlide1.xml" Id="Re29603da4b7b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b538b39f44aa" /><Relationship Type="http://schemas.openxmlformats.org/officeDocument/2006/relationships/notesSlide" Target="/ppt/notesSlides/notesSlide2.xml" Id="R78c6e1a62a7a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c3d7c95a84ee3" /><Relationship Type="http://schemas.openxmlformats.org/officeDocument/2006/relationships/notesSlide" Target="/ppt/notesSlides/notesSlide3.xml" Id="Rec0c3d26822d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a8ae00d3948b0" /><Relationship Type="http://schemas.openxmlformats.org/officeDocument/2006/relationships/notesSlide" Target="/ppt/notesSlides/notesSlide4.xml" Id="Rcaac4d5f8447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916f1d8904d1a" /><Relationship Type="http://schemas.openxmlformats.org/officeDocument/2006/relationships/notesSlide" Target="/ppt/notesSlides/notesSlide5.xml" Id="R874b4b86b26f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3d305413048a4" /><Relationship Type="http://schemas.openxmlformats.org/officeDocument/2006/relationships/notesSlide" Target="/ppt/notesSlides/notesSlide6.xml" Id="R35f66604352540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2127caaba49d2" /><Relationship Type="http://schemas.openxmlformats.org/officeDocument/2006/relationships/notesSlide" Target="/ppt/notesSlides/notesSlide7.xml" Id="Rdfae8ef497b143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04fdfcf984811" /><Relationship Type="http://schemas.openxmlformats.org/officeDocument/2006/relationships/notesSlide" Target="/ppt/notesSlides/notesSlide8.xml" Id="R267dc67a54be46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0483feb37458c" /><Relationship Type="http://schemas.openxmlformats.org/officeDocument/2006/relationships/notesSlide" Target="/ppt/notesSlides/notesSlide9.xml" Id="R83b9926bfb224d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a3c4fb7924b6c" /><Relationship Type="http://schemas.openxmlformats.org/officeDocument/2006/relationships/notesSlide" Target="/ppt/notesSlides/notesSlide10.xml" Id="R706b62510fc8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B322F-07AE-4626-AFAA-ED325C30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GITHUB · STARTER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0D6D8-0C00-4650-880E-11C16A1F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48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바이브 코더를 위한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GitHub 안내서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2F324-B26F-4E15-B15E-81D708DF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터미널을 잘 몰라도 AI와 함께</a:t>
            </a:r>
          </a:p>
          <a:p xmlns:a="http://schemas.openxmlformats.org/drawingml/2006/main">
            <a:pPr algn="l">
              <a:defRPr sz="20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프로젝트를 안전하게 저장하고 협업하는 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86E68-AACA-4727-BDA3-730B19EB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"/>
            <a:ext cx="5353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FE888-3013-404F-96BD-A308A7D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001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C9BAC-9000-4C1F-A599-D53534CC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001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0563D-1558-42D3-B0CA-BD0068CF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001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1F9CD-01E0-460A-B5E4-58930F8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변경을 읽고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98875-1B2B-4D7D-A80A-E6997F6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38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작게 커밋하고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C9A6E-F239-4CEB-9CDF-8E29FEC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07B19-C505-461A-814D-F5FE51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15762-83D9-43E4-BB75-16636E7F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432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D3B7D-713E-4B48-8890-BCAD8D8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81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GitHub에 push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366EE-C064-4236-A8A3-8DA8558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814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PR로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5D2D1-E4CE-4A58-BF3C-7D0C46E3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핵심은 명령 암기가 아니라 안전한 순서입니다.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DFC53-8943-45CB-B406-721E14F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2026.08.13</a:t>
            </a:r>
          </a:p>
        </p:txBody>
      </p:sp>
    </p:spTree>
    <p:extLst>
      <p:ext uri="{BB962C8B-B14F-4D97-AF65-F5344CB8AC3E}">
        <p14:creationId xmlns:p14="http://schemas.microsoft.com/office/powerpoint/2010/main" val="1068254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32BFC-09F5-4443-8739-69BC75C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Git과 GitHub는 역할이 다릅니다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48D47-D53F-4CDE-9A7D-1A6D7875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32F30-A3E2-41E0-8C29-EBAB47B5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6BE4F-CDF8-43EA-816C-E819619B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128F6-B4E5-4BE0-A1A7-FAB9706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6210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7D4C7-A2EC-4A9F-9903-06866E7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 ·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F14A8-CB8A-4534-8009-0C5BA6F5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EE123-1343-4E79-9791-C619B3C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내 컴퓨터에서 파일 변경을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커밋이라는 스냅숏으로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CAC44-19FF-4028-9475-A448A22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타임머신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A03A2-FFF8-4C0B-BBB0-A5377D65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ONLINE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78CE8-CC14-49BA-BD54-DA935F5B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89256-19E3-42BF-B2D9-D2A9797B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7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커밋을 인터넷에 보관하고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이슈·PR·리뷰로 함께 작업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05061-99A5-4E7A-AC79-C4F019F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온라인 작업실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06A9A-3644-420A-9CAA-B84C019F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COMMAND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EA9FE-AD64-4F49-9C9C-CB8B7D7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 / 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E2679-F766-4642-BF3C-5505569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git은 로컬 기록을,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gh는 GitHub 기능을 조작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C0016-92D3-473B-AC77-86BE34A5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두 개의 리모컨</a:t>
            </a:r>
          </a:p>
        </p:txBody>
      </p:sp>
    </p:spTree>
    <p:extLst>
      <p:ext uri="{BB962C8B-B14F-4D97-AF65-F5344CB8AC3E}">
        <p14:creationId xmlns:p14="http://schemas.microsoft.com/office/powerpoint/2010/main" val="444544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047024-E4D6-46EE-81A5-C1386CF5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매일 반복할 흐름은 다섯 단계뿐입니다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486E6-815D-40E7-9ED3-33AFCDA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5B845-78B2-4790-B504-261D9A5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6CFBC-E6F0-4193-92ED-6EB2D811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06BA-F6B2-46AC-AC62-3FAE903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4BBDA-C27E-4F99-AD46-A6BA5B2F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059B5-EE07-4A94-87EF-352CCBA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status · diff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875A7-B351-42F8-97D1-5C2D774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43BA5-43EB-4B26-A683-84E819CD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4795E-5892-4BD8-9030-68BD0B5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050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389CF-40B0-41AA-9A00-C3DF8514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29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add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EE449-7ABA-4B62-ABA3-45C2655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4FF0C-F04D-4AE7-9677-11C6060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52ED1-8F02-4086-9AF2-661E0A86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F2131-BA6D-406C-A5E2-5FA74D3E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37FF2-8A11-4092-9D8A-272A8C4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ECB0D-6DB3-4BA7-AD77-C1FE02A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6244A-10CC-4AFF-BF57-37003A3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050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44E76-A0CE-4B7E-8530-C8C9B112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push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4CE2C-AEE0-46DE-953D-896B8801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D73F8-1F3F-4269-9E63-47CD9024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7D859-F7BE-4F17-B64E-85242134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996C4-D0EA-4CB3-97A2-04A007C0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29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PR · merge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87F08-865F-413D-9970-A09C011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75211-5D47-4CEC-B37B-95EFAA3F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커밋은 내 컴퓨터에 기록됩니다. GitHub에 올리려면 push가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08296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0031AF-217F-428C-9888-86DE0FD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명령은 영향 범위에 따라 다르게 다룹니다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E6794-6099-4A8E-9B85-3B4C16EF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6615-3787-404D-9FF4-0AA4F40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6C441-D474-4B45-AB2F-8A067C89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203DE-13CD-48DA-A73A-006132C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상태를 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7B7B1-144A-4F3F-968E-6B8339F8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43075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status   ·   git diff   ·   gh auth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99904-5AA3-4FC0-9E3A-B87E186D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76A09-4C5F-4112-882D-D50CAF05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로컬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80DF2-4E33-444C-AFD3-D4E6A56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파일·이력 변경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4CC8B-9B3D-4D58-B98D-759E8DC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add   ·   git commit   ·   git switch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06F1D-7E60-4F47-B319-FCEC0947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1127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EB82E-A37A-4DBF-ACD2-0B8BE9D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rPr>
              <a:t>외부 변경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829A3-667A-483D-BA76-94548A35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053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GitHub 상태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7B440-883B-4B76-864D-8EC7289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05325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push   ·   gh repo create   ·   gh pr merge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BEB1F-A28A-4476-B1B8-B23B00B7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외부 변경일수록 대상 · 범위 · 공개 여부를 먼저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732028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5BA6A9-3EDF-4887-87BD-5D65C2A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설치와 로그인은 검증까지 끝나야 완료입니다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56704-AE0C-4EE4-B376-AD04FE7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25D2A-D119-4795-8133-2ED7A1B9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EF1CB-6012-40D4-90C8-A1E3A8E4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523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B63C0-6D2A-436E-936F-54EBEA92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819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winget install --id Git.Git -e</a:t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winget install --id GitHub.cli -e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49CE8-86DF-4EAD-BBEB-3590435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F5697-6959-44EB-877B-FAF267C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543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7177-2888-4235-B658-429605A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5124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gh auth login --web</a:t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gh auth setup-git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9342A-8ECC-41E0-BDA0-5E41F250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DDCFF-1A6B-457E-A3CB-EC11A18D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5238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ECCC9-99B2-42F7-A705-5839D84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819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git --version</a:t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gh --version</a:t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gh auth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8572C-B042-42BE-94BE-685D2997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543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BBFBB-8EEB-438C-BB55-35C28357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비밀번호·토큰·인증 코드는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채팅창이나 파일에 남기지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04652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45FE77-BFD9-484C-AA1B-3CC86F80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처음에는 이 여덟 개만 익혀도 충분합니다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A0647-5688-4A66-97A7-41B01224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8F46F-C933-406B-9938-0C59727A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CF6B9-22EF-4435-A0A5-B1FB35ED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72415-10F8-470F-973F-C5AA605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5525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C236-BC78-47E4-A271-1658CA9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11195-FC84-4576-8484-20706B2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2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diff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7B420-4915-40F3-B9BA-4F899E3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525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변경 내용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ABAF2-4E4C-403C-BE6E-4EFC357C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B7974-8D59-4FE9-AE62-A48E7E1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add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EFF86-FE42-4BC1-B9AD-72B4220B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6765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기록할 변경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776EB-EAF9-4B5B-92C5-90556646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83586-4386-4EB9-AB3A-769EAB46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765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93316-BD61-4100-B42C-770E35DD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765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로컬 이력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3FD46-1189-459A-B5C0-C48A3008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C941B-7554-47E3-A2F3-C8A8452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push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D8423-7094-47ED-B0EB-21DB03B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004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GitHub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4FCC1-960E-4C20-AE64-BA1F007B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902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A0C24-2441-4CB8-941C-6C06E4AE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04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pull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C61DA-BEF8-4D76-8CD0-01AF73F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004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원격 변경 통합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0F347-2224-4949-AA32-1ACCE5DB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B0E78-383E-41A2-9E2B-CE8F6E0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git switch -c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BE5A7-C449-4411-81B3-DF0589A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924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작업 브랜치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C671A-090F-44B8-9067-1C2F9AA8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37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471531-E3C5-48B7-B1F4-4FD3DF93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244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gh pr create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67657-C3AB-4FFB-9CB1-E4C7FAD0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24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 요청</a:t>
            </a:r>
          </a:p>
        </p:txBody>
      </p:sp>
    </p:spTree>
    <p:extLst>
      <p:ext uri="{BB962C8B-B14F-4D97-AF65-F5344CB8AC3E}">
        <p14:creationId xmlns:p14="http://schemas.microsoft.com/office/powerpoint/2010/main" val="783998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146698-F050-4F95-900A-C5E18BE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main을 직접 건드리지 말고 작업선을 분리합니다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98656-9359-42D0-BB28-21798656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56485-7F7F-414C-8F54-997A70F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46885-DBBA-449F-8849-1943A020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DFEBB-FD82-4CCB-9428-20D10AB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382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최신화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5C496-1BEE-4B22-B410-865ED822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pull origin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FDCFA-7221-4F0E-A302-639C183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90725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37E5F-194C-412A-92C0-D51E443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3A38F-5C9A-4215-952B-A1CE0AA9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E59B7-DC36-4369-9DE9-C3D3E27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526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브랜치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A3F8E-217E-4C2B-AD49-BDFD9347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switch -c feature/name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25911-D666-4FEB-8D13-9B23698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EDDB8-E40F-403E-88EC-7BEDFCF1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237C7-7575-4CCA-B502-40E70CAB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37809-4B54-4114-B7E4-8CB9AFD8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670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작게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4D74F-C68F-490E-88F3-4FEA2FBC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add → diff --staged → 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F9C93-713F-4C1F-BF57-EC16DD17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868B3-794D-44AA-8BB1-2B15BB83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E7040-29F8-4AA7-BAD2-FEFBE63B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EB7FF-E720-4628-904B-8BF13EC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GitHub 전송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DA7B2-9978-44F0-98A1-E02D274C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814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git push -u origin 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6B1AC-F333-4377-8ACB-93B57D8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77925-658A-4467-A39A-923298C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18EAC-CE1D-466D-8949-CC615AC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D247A-FC10-442B-9E9B-82CEA01D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 요청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4F6C59-7B99-4BAA-92A2-09B2C3DC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958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gh pr create --fill</a:t>
            </a:r>
          </a:p>
        </p:txBody>
      </p:sp>
    </p:spTree>
    <p:extLst>
      <p:ext uri="{BB962C8B-B14F-4D97-AF65-F5344CB8AC3E}">
        <p14:creationId xmlns:p14="http://schemas.microsoft.com/office/powerpoint/2010/main" val="1347678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3028A4-167C-4999-A250-506E271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AI에게는 ‘무엇을 하지 말지’까지 알려주세요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12626-0CE5-4A3E-879A-1851DA0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FD1B5-2297-4183-8A61-A9F0770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513CD-A474-4BB5-BF07-ED99356C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7391400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먼저 현재 경로, Git 상태, 브랜치, 원격 저장소를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비밀번호·토큰·개인정보·임시 파일 포함 여부를 검사해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기존 파일이나 이력을 임의로 삭제하거나 덮어쓰지 마세요.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오류나 충돌이 생기면 추측으로 해결하지 말고 중단해 설명해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4F6F8"/>
                </a:solidFill>
                <a:latin typeface="Malgun Gothic"/>
                <a:ea typeface="Malgun Gothic"/>
                <a:cs typeface="Malgun Gothic"/>
              </a:rPr>
              <a:t>커밋·푸시·PR·머지는 실행 전 대상과 내용을 보여 주세요.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7AF0F-0BC4-435E-8AC3-511A61D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3067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345C6-1038-4D8B-B547-ECE219E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좋은 요청의 3요소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5CB99-B0BC-42E6-8FFA-055B62FE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333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  현재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  허용 범위 명시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  실행 전 검증</a:t>
            </a:r>
          </a:p>
        </p:txBody>
      </p:sp>
    </p:spTree>
    <p:extLst>
      <p:ext uri="{BB962C8B-B14F-4D97-AF65-F5344CB8AC3E}">
        <p14:creationId xmlns:p14="http://schemas.microsoft.com/office/powerpoint/2010/main" val="1643937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065D6-D627-4F69-9FE6-FEEE824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되돌리기 어려운 명령은 일단 멈춥니다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44158-1CE2-44A5-8600-C57AB13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A47A1-1201-4A5F-A93D-E0EF7FED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15DEF-6E0F-4578-AA33-434E39B1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rPr>
              <a:t>git reset --hard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73C91-F278-485C-B34D-6A547EEE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D6510-6B84-4FB4-B57E-C42812CF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rPr>
              <a:t>git clean -fd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DF3C7-F137-45F4-86B9-B265D08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76D56-4281-427A-AD87-80B2E336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rPr>
              <a:t>git push --force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9018F-DDB8-4D5E-A6AE-3AE5A508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7FC2A-611A-4FF1-A612-DA03BD7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73A49"/>
                </a:solidFill>
                <a:latin typeface="Malgun Gothic"/>
                <a:ea typeface="Malgun Gothic"/>
                <a:cs typeface="Malgun Gothic"/>
              </a:rPr>
              <a:t>rm -rf .git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9696D-5D39-4CD4-9C71-7F3F0252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위험한가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80D1B-48DB-46C5-AE14-F351B2D8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작업 파일, 미추적 파일, 브랜치 이력,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원격 기록을 복구하기 어렵게 만들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A62F3-3E86-4F45-B774-DF00B51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00D1E-8505-4ED5-B362-9AA736ED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먼저 확인할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CF2E4-6134-450F-B91E-C06A2C2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보존할 변경 · 공유된 이력 · 복구 가능성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26077-A3A6-4A0D-BEF2-9D566C9F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안전한 기본값: 명령 실행보다 상태 설명을 먼저 요청하세요.</a:t>
            </a:r>
          </a:p>
        </p:txBody>
      </p:sp>
    </p:spTree>
    <p:extLst>
      <p:ext uri="{BB962C8B-B14F-4D97-AF65-F5344CB8AC3E}">
        <p14:creationId xmlns:p14="http://schemas.microsoft.com/office/powerpoint/2010/main" val="45214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C325C6-6062-4563-87DF-DEA15B8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안전한 Git 습관은 확인에서 시작합니다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E547F-CD55-4ABE-BC25-CF97DC7B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BA42A-E56C-4C5D-8BB5-C0D045B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053D9-0B52-4CA4-A4CC-23E2C8CA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36CE4-3C14-4C49-BA90-A3D5C10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097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 status로 현재 상태를 읽는다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E759-B29B-4E31-9125-92EB5F3A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8206F-8E7D-4252-9D23-249C5AEB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6C13C-6A28-42AD-95C7-CEB94B8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 diff로 변경 내용을 확인한다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87864-840D-4824-AB53-286B916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526B9-2C5A-43ED-A559-5296F478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ABA00-EFD0-4943-87BD-948F8FD6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관련 파일만 선택해 작게 커밋한다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99CA3-C526-4FB1-AB79-EF06E0C1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EB6E7-4790-4589-81A9-850074F0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69042-D11D-4AE7-90BC-D716859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push 전 대상 저장소와 브랜치를 확인한다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5997F-86C9-4F09-AE35-4D453B91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F2ABA-9DA1-457C-8BDD-B92DF10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37B54-B3C5-428D-BDC7-E6A19134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충돌이 나면 강제로 밀지 않고 원인을 찾는다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241B9-015D-4950-B598-088CC40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000BA-FCE9-4B01-952A-AE636AAD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 → 선택 → 기록 → 전송 → 검토</a:t>
            </a:r>
          </a:p>
        </p:txBody>
      </p:sp>
    </p:spTree>
    <p:extLst>
      <p:ext uri="{BB962C8B-B14F-4D97-AF65-F5344CB8AC3E}">
        <p14:creationId xmlns:p14="http://schemas.microsoft.com/office/powerpoint/2010/main" val="1309152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2026-08-13T05:37:29.8750000Z</dcterms:created>
  <dcterms:modified xsi:type="dcterms:W3CDTF">2026-08-13T05:37:29.8750000Z</dcterms:modified>
</coreProperties>
</file>